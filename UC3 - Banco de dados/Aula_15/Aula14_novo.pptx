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332" r:id="rId3"/>
    <p:sldId id="299" r:id="rId4"/>
    <p:sldId id="334" r:id="rId5"/>
    <p:sldId id="335" r:id="rId6"/>
    <p:sldId id="336" r:id="rId7"/>
    <p:sldId id="352" r:id="rId8"/>
    <p:sldId id="356" r:id="rId9"/>
    <p:sldId id="355" r:id="rId10"/>
    <p:sldId id="353" r:id="rId11"/>
    <p:sldId id="339" r:id="rId12"/>
    <p:sldId id="338" r:id="rId13"/>
    <p:sldId id="341" r:id="rId14"/>
    <p:sldId id="343" r:id="rId15"/>
    <p:sldId id="344" r:id="rId16"/>
    <p:sldId id="342" r:id="rId17"/>
    <p:sldId id="308" r:id="rId18"/>
    <p:sldId id="345" r:id="rId19"/>
    <p:sldId id="346" r:id="rId20"/>
    <p:sldId id="347" r:id="rId21"/>
    <p:sldId id="348" r:id="rId22"/>
    <p:sldId id="349" r:id="rId23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15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B96290-B648-4A37-820E-93D934F85DBF}" type="datetimeFigureOut">
              <a:rPr lang="pt-BR" smtClean="0"/>
              <a:pPr/>
              <a:t>08/07/2025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12F969B-143C-47B9-905D-C6D7254BA94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88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6"/>
          <p:cNvPicPr/>
          <p:nvPr/>
        </p:nvPicPr>
        <p:blipFill>
          <a:blip r:embed="rId15"/>
          <a:stretch/>
        </p:blipFill>
        <p:spPr>
          <a:xfrm>
            <a:off x="0" y="0"/>
            <a:ext cx="1412280" cy="911880"/>
          </a:xfrm>
          <a:prstGeom prst="rect">
            <a:avLst/>
          </a:prstGeom>
          <a:ln>
            <a:noFill/>
          </a:ln>
        </p:spPr>
      </p:pic>
      <p:sp>
        <p:nvSpPr>
          <p:cNvPr id="39" name="CustomShape 1"/>
          <p:cNvSpPr/>
          <p:nvPr/>
        </p:nvSpPr>
        <p:spPr>
          <a:xfrm>
            <a:off x="9435960" y="6265080"/>
            <a:ext cx="2754720" cy="33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pt-BR" sz="1600" b="1" strike="noStrike" spc="-1" dirty="0">
                <a:solidFill>
                  <a:srgbClr val="005696"/>
                </a:solidFill>
                <a:latin typeface="Arial"/>
                <a:ea typeface="DejaVu Sans"/>
              </a:rPr>
              <a:t>Prof.: Miguel Matiolla</a:t>
            </a:r>
            <a:endParaRPr lang="pt-BR" sz="1600" b="0" strike="noStrike" spc="-1" dirty="0">
              <a:latin typeface="Arial"/>
            </a:endParaRPr>
          </a:p>
        </p:txBody>
      </p:sp>
      <p:pic>
        <p:nvPicPr>
          <p:cNvPr id="40" name="Imagem 8"/>
          <p:cNvPicPr/>
          <p:nvPr/>
        </p:nvPicPr>
        <p:blipFill>
          <a:blip r:embed="rId16"/>
          <a:stretch/>
        </p:blipFill>
        <p:spPr>
          <a:xfrm>
            <a:off x="10269000" y="5393160"/>
            <a:ext cx="1303200" cy="761040"/>
          </a:xfrm>
          <a:prstGeom prst="rect">
            <a:avLst/>
          </a:prstGeom>
          <a:ln>
            <a:noFill/>
          </a:ln>
        </p:spPr>
      </p:pic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04" y="645840"/>
            <a:ext cx="8353425" cy="4619625"/>
          </a:xfrm>
          <a:prstGeom prst="rect">
            <a:avLst/>
          </a:prstGeom>
        </p:spPr>
      </p:pic>
      <p:sp>
        <p:nvSpPr>
          <p:cNvPr id="80" name="CustomShape 2"/>
          <p:cNvSpPr/>
          <p:nvPr/>
        </p:nvSpPr>
        <p:spPr>
          <a:xfrm>
            <a:off x="2872440" y="5980320"/>
            <a:ext cx="6191640" cy="71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lang="pt-BR" sz="4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Prof.: </a:t>
            </a:r>
            <a:r>
              <a:rPr lang="pt-BR" sz="4000" b="1" spc="-1" dirty="0">
                <a:solidFill>
                  <a:srgbClr val="005696"/>
                </a:solidFill>
                <a:latin typeface="Calibri Light"/>
                <a:ea typeface="DejaVu Sans"/>
              </a:rPr>
              <a:t>Miguel Matiolla</a:t>
            </a:r>
            <a:endParaRPr lang="pt-BR" sz="4000" b="0" strike="noStrike" spc="-1" dirty="0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1106640" y="514800"/>
            <a:ext cx="733788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6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Modelagem</a:t>
            </a:r>
            <a:endParaRPr lang="pt-BR" sz="6000" b="0" strike="noStrike" spc="-1" dirty="0">
              <a:latin typeface="Arial"/>
            </a:endParaRPr>
          </a:p>
        </p:txBody>
      </p:sp>
      <p:pic>
        <p:nvPicPr>
          <p:cNvPr id="83" name="Imagem 3"/>
          <p:cNvPicPr/>
          <p:nvPr/>
        </p:nvPicPr>
        <p:blipFill>
          <a:blip r:embed="rId3"/>
          <a:stretch/>
        </p:blipFill>
        <p:spPr>
          <a:xfrm>
            <a:off x="9316440" y="144000"/>
            <a:ext cx="2578680" cy="1505880"/>
          </a:xfrm>
          <a:prstGeom prst="rect">
            <a:avLst/>
          </a:prstGeom>
          <a:ln>
            <a:noFill/>
          </a:ln>
        </p:spPr>
      </p:pic>
      <p:sp>
        <p:nvSpPr>
          <p:cNvPr id="8" name="Subtítulo 2"/>
          <p:cNvSpPr txBox="1">
            <a:spLocks/>
          </p:cNvSpPr>
          <p:nvPr/>
        </p:nvSpPr>
        <p:spPr>
          <a:xfrm>
            <a:off x="818148" y="5260240"/>
            <a:ext cx="1031515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None/>
              <a:defRPr sz="3200" b="1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SzPct val="60000"/>
              <a:buFontTx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Modelagem – Aula 14</a:t>
            </a:r>
          </a:p>
          <a:p>
            <a:endParaRPr lang="pt-BR" sz="4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9784124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65104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CREATE DATABASE banco006; 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USE banco006;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201595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600200"/>
            <a:ext cx="10452220" cy="4565104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a tabela01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CREATE TABLE tabela01(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id_tabela01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primary</a:t>
            </a:r>
            <a:r>
              <a:rPr lang="es-ES" dirty="0"/>
              <a:t> </a:t>
            </a:r>
            <a:r>
              <a:rPr lang="es-ES" dirty="0" err="1"/>
              <a:t>key</a:t>
            </a:r>
            <a:r>
              <a:rPr lang="es-ES" dirty="0"/>
              <a:t> </a:t>
            </a:r>
            <a:r>
              <a:rPr lang="es-ES" dirty="0" err="1"/>
              <a:t>auto_increment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nome_completo</a:t>
            </a:r>
            <a:r>
              <a:rPr lang="es-ES" dirty="0"/>
              <a:t> </a:t>
            </a:r>
            <a:r>
              <a:rPr lang="es-ES" dirty="0" err="1"/>
              <a:t>varchar</a:t>
            </a:r>
            <a:r>
              <a:rPr lang="es-ES" dirty="0"/>
              <a:t> (100)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endereco</a:t>
            </a:r>
            <a:r>
              <a:rPr lang="es-ES" dirty="0"/>
              <a:t> </a:t>
            </a:r>
            <a:r>
              <a:rPr lang="es-ES" dirty="0" err="1"/>
              <a:t>varchar</a:t>
            </a:r>
            <a:r>
              <a:rPr lang="es-ES" dirty="0"/>
              <a:t> (50)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idade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(3) </a:t>
            </a:r>
            <a:r>
              <a:rPr lang="es-ES" dirty="0" err="1"/>
              <a:t>null</a:t>
            </a:r>
            <a:endParaRPr lang="es-ES" dirty="0"/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)ENGINE=</a:t>
            </a:r>
            <a:r>
              <a:rPr lang="es-ES" dirty="0" err="1"/>
              <a:t>InnoDB</a:t>
            </a:r>
            <a:r>
              <a:rPr lang="es-ES" dirty="0"/>
              <a:t> DEFAULT CHARSET=latin1;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0047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 fontScale="92500" lnSpcReduction="1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a tabela02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CREATE TABLE tabela02(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id_tabela02 </a:t>
            </a:r>
            <a:r>
              <a:rPr lang="es-ES" sz="3400" dirty="0" err="1"/>
              <a:t>int</a:t>
            </a:r>
            <a:r>
              <a:rPr lang="es-ES" sz="3400" dirty="0"/>
              <a:t> </a:t>
            </a:r>
            <a:r>
              <a:rPr lang="es-ES" sz="3400" dirty="0" err="1"/>
              <a:t>primary</a:t>
            </a:r>
            <a:r>
              <a:rPr lang="es-ES" sz="3400" dirty="0"/>
              <a:t> </a:t>
            </a:r>
            <a:r>
              <a:rPr lang="es-ES" sz="3400" dirty="0" err="1"/>
              <a:t>key</a:t>
            </a:r>
            <a:r>
              <a:rPr lang="es-ES" sz="3400" dirty="0"/>
              <a:t> </a:t>
            </a:r>
            <a:r>
              <a:rPr lang="es-ES" sz="3400" dirty="0" err="1"/>
              <a:t>auto_increment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produto</a:t>
            </a:r>
            <a:r>
              <a:rPr lang="es-ES" sz="3400" dirty="0"/>
              <a:t> </a:t>
            </a:r>
            <a:r>
              <a:rPr lang="es-ES" sz="3400" dirty="0" err="1"/>
              <a:t>varchar</a:t>
            </a:r>
            <a:r>
              <a:rPr lang="es-ES" sz="3400" dirty="0"/>
              <a:t> (100)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marca </a:t>
            </a:r>
            <a:r>
              <a:rPr lang="es-ES" sz="3400" dirty="0" err="1"/>
              <a:t>varchar</a:t>
            </a:r>
            <a:r>
              <a:rPr lang="es-ES" sz="3400" dirty="0"/>
              <a:t> (100)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modelo </a:t>
            </a:r>
            <a:r>
              <a:rPr lang="es-ES" sz="3400" dirty="0" err="1"/>
              <a:t>varchar</a:t>
            </a:r>
            <a:r>
              <a:rPr lang="es-ES" sz="3400" dirty="0"/>
              <a:t> (100)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quantidade</a:t>
            </a:r>
            <a:r>
              <a:rPr lang="es-ES" sz="3400" dirty="0"/>
              <a:t> </a:t>
            </a:r>
            <a:r>
              <a:rPr lang="es-ES" sz="3400" dirty="0" err="1"/>
              <a:t>int</a:t>
            </a:r>
            <a:r>
              <a:rPr lang="es-ES" sz="3400" dirty="0"/>
              <a:t> (4)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data_entrada</a:t>
            </a:r>
            <a:r>
              <a:rPr lang="es-ES" sz="3400" dirty="0"/>
              <a:t> date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obs</a:t>
            </a:r>
            <a:r>
              <a:rPr lang="es-ES" sz="3400" dirty="0"/>
              <a:t> </a:t>
            </a:r>
            <a:r>
              <a:rPr lang="es-ES" sz="3400" dirty="0" err="1"/>
              <a:t>text</a:t>
            </a:r>
            <a:r>
              <a:rPr lang="es-ES" sz="3400" dirty="0"/>
              <a:t> (140) </a:t>
            </a:r>
            <a:r>
              <a:rPr lang="es-ES" sz="3400" dirty="0" err="1"/>
              <a:t>null</a:t>
            </a:r>
            <a:r>
              <a:rPr lang="es-ES" sz="3400" dirty="0"/>
              <a:t>	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)ENGINE=</a:t>
            </a:r>
            <a:r>
              <a:rPr lang="es-ES" sz="3400" dirty="0" err="1"/>
              <a:t>InnoDB</a:t>
            </a:r>
            <a:r>
              <a:rPr lang="es-ES" sz="3400" dirty="0"/>
              <a:t> DEFAULT CHARSET=latin1;</a:t>
            </a:r>
          </a:p>
        </p:txBody>
      </p:sp>
    </p:spTree>
    <p:extLst>
      <p:ext uri="{BB962C8B-B14F-4D97-AF65-F5344CB8AC3E}">
        <p14:creationId xmlns:p14="http://schemas.microsoft.com/office/powerpoint/2010/main" val="3550584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Atualização da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 fontScale="85000" lnSpcReduction="2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//Para adicionar </a:t>
            </a:r>
            <a:r>
              <a:rPr lang="es-ES" sz="3000" dirty="0" err="1"/>
              <a:t>uma</a:t>
            </a:r>
            <a:r>
              <a:rPr lang="es-ES" sz="3000" dirty="0"/>
              <a:t> </a:t>
            </a:r>
            <a:r>
              <a:rPr lang="es-ES" sz="3000" dirty="0" err="1"/>
              <a:t>coluna</a:t>
            </a:r>
            <a:r>
              <a:rPr lang="es-ES" sz="3000" dirty="0"/>
              <a:t> em </a:t>
            </a:r>
            <a:r>
              <a:rPr lang="es-ES" sz="3000" dirty="0" err="1"/>
              <a:t>uma</a:t>
            </a:r>
            <a:r>
              <a:rPr lang="es-ES" sz="3000" dirty="0"/>
              <a:t> </a:t>
            </a:r>
            <a:r>
              <a:rPr lang="es-ES" sz="3000" dirty="0" err="1"/>
              <a:t>tabela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ADD email </a:t>
            </a:r>
            <a:r>
              <a:rPr lang="es-ES" sz="3000" dirty="0" err="1"/>
              <a:t>varchar</a:t>
            </a:r>
            <a:r>
              <a:rPr lang="es-ES" sz="3000" dirty="0"/>
              <a:t>(255)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ADD </a:t>
            </a:r>
            <a:r>
              <a:rPr lang="es-ES" sz="3000" dirty="0" err="1"/>
              <a:t>cidade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(255)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ADD estado </a:t>
            </a:r>
            <a:r>
              <a:rPr lang="es-ES" sz="3000" dirty="0" err="1"/>
              <a:t>char</a:t>
            </a:r>
            <a:r>
              <a:rPr lang="es-ES" sz="3000" dirty="0"/>
              <a:t>(2)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ADD email </a:t>
            </a:r>
            <a:r>
              <a:rPr lang="es-ES" sz="3000" dirty="0" err="1"/>
              <a:t>varchar</a:t>
            </a:r>
            <a:r>
              <a:rPr lang="es-ES" sz="3000" dirty="0"/>
              <a:t>(255) NOT NULL AFTER </a:t>
            </a:r>
            <a:r>
              <a:rPr lang="es-ES" sz="3000" dirty="0" err="1"/>
              <a:t>endereco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ADD </a:t>
            </a:r>
            <a:r>
              <a:rPr lang="es-ES" sz="3000" dirty="0" err="1"/>
              <a:t>cidade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(255) NOT NULL AFTER email;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ADD estado </a:t>
            </a:r>
            <a:r>
              <a:rPr lang="es-ES" sz="3000" dirty="0" err="1"/>
              <a:t>char</a:t>
            </a:r>
            <a:r>
              <a:rPr lang="es-ES" sz="3000" dirty="0"/>
              <a:t>(2) NOT NULL AFTER </a:t>
            </a:r>
            <a:r>
              <a:rPr lang="es-ES" sz="3000" dirty="0" err="1"/>
              <a:t>cidade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n-US" sz="3000" dirty="0"/>
              <a:t>ALTER TABLE tabela02 ADD peso float(3,2) not null;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3000" dirty="0"/>
              <a:t>ALTER TABLE tabela02 ADD </a:t>
            </a:r>
            <a:r>
              <a:rPr lang="en-US" sz="3000" dirty="0" err="1"/>
              <a:t>validade</a:t>
            </a:r>
            <a:r>
              <a:rPr lang="en-US" sz="3000" dirty="0"/>
              <a:t> date not null;</a:t>
            </a: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2103092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Atualização da tabela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//Para mudar dados da </a:t>
            </a:r>
            <a:r>
              <a:rPr lang="es-ES" sz="3000" dirty="0" err="1"/>
              <a:t>coluna</a:t>
            </a:r>
            <a:r>
              <a:rPr lang="es-ES" sz="3000" dirty="0"/>
              <a:t> da </a:t>
            </a:r>
            <a:r>
              <a:rPr lang="es-ES" sz="3000" dirty="0" err="1"/>
              <a:t>tabela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CHANGE </a:t>
            </a:r>
            <a:r>
              <a:rPr lang="es-ES" sz="3000" dirty="0" err="1"/>
              <a:t>nome_completo</a:t>
            </a:r>
            <a:r>
              <a:rPr lang="es-ES" sz="3000" dirty="0"/>
              <a:t> </a:t>
            </a:r>
            <a:r>
              <a:rPr lang="es-ES" sz="3000" dirty="0" err="1"/>
              <a:t>nome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(50)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ADD </a:t>
            </a:r>
            <a:r>
              <a:rPr lang="es-ES" sz="3000" dirty="0" err="1"/>
              <a:t>sobrenome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(50)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CHANGE </a:t>
            </a:r>
            <a:r>
              <a:rPr lang="es-ES" sz="3000" dirty="0" err="1"/>
              <a:t>endereco</a:t>
            </a:r>
            <a:r>
              <a:rPr lang="es-ES" sz="3000" dirty="0"/>
              <a:t> </a:t>
            </a:r>
            <a:r>
              <a:rPr lang="es-ES" sz="3000" dirty="0" err="1"/>
              <a:t>logradouro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 (50)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</a:t>
            </a:r>
            <a:r>
              <a:rPr lang="es-ES" sz="3000" dirty="0" err="1"/>
              <a:t>modify</a:t>
            </a:r>
            <a:r>
              <a:rPr lang="es-ES" sz="3000" dirty="0"/>
              <a:t> </a:t>
            </a:r>
            <a:r>
              <a:rPr lang="es-ES" sz="3000" dirty="0" err="1"/>
              <a:t>nome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(60)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</a:t>
            </a:r>
            <a:r>
              <a:rPr lang="es-ES" sz="3000" dirty="0" err="1"/>
              <a:t>modify</a:t>
            </a:r>
            <a:r>
              <a:rPr lang="es-ES" sz="3000" dirty="0"/>
              <a:t> </a:t>
            </a:r>
            <a:r>
              <a:rPr lang="es-ES" sz="3000" dirty="0" err="1"/>
              <a:t>sobrenome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(60)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114191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Atualização da tabela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//Para mudar dados da </a:t>
            </a:r>
            <a:r>
              <a:rPr lang="es-ES" sz="3000" dirty="0" err="1"/>
              <a:t>coluna</a:t>
            </a:r>
            <a:r>
              <a:rPr lang="es-ES" sz="3000" dirty="0"/>
              <a:t> da </a:t>
            </a:r>
            <a:r>
              <a:rPr lang="es-ES" sz="3000" dirty="0" err="1"/>
              <a:t>tabela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</a:t>
            </a:r>
            <a:r>
              <a:rPr lang="es-ES" sz="3000" dirty="0" err="1"/>
              <a:t>modify</a:t>
            </a:r>
            <a:r>
              <a:rPr lang="es-ES" sz="3000" dirty="0"/>
              <a:t> </a:t>
            </a:r>
            <a:r>
              <a:rPr lang="es-ES" sz="3000" dirty="0" err="1"/>
              <a:t>nome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(60)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</a:t>
            </a:r>
            <a:r>
              <a:rPr lang="es-ES" sz="3000" dirty="0" err="1"/>
              <a:t>modify</a:t>
            </a:r>
            <a:r>
              <a:rPr lang="es-ES" sz="3000" dirty="0"/>
              <a:t> </a:t>
            </a:r>
            <a:r>
              <a:rPr lang="es-ES" sz="3000" dirty="0" err="1"/>
              <a:t>sobrenome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(60)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</a:t>
            </a:r>
            <a:r>
              <a:rPr lang="es-ES" sz="3000" dirty="0" err="1"/>
              <a:t>modify</a:t>
            </a:r>
            <a:r>
              <a:rPr lang="es-ES" sz="3000" dirty="0"/>
              <a:t> </a:t>
            </a:r>
            <a:r>
              <a:rPr lang="es-ES" sz="3000" dirty="0" err="1"/>
              <a:t>cidade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(60)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</a:t>
            </a:r>
            <a:r>
              <a:rPr lang="es-ES" sz="3000" dirty="0" err="1"/>
              <a:t>modify</a:t>
            </a:r>
            <a:r>
              <a:rPr lang="es-ES" sz="3000" dirty="0"/>
              <a:t> email </a:t>
            </a:r>
            <a:r>
              <a:rPr lang="es-ES" sz="3000" dirty="0" err="1"/>
              <a:t>varchar</a:t>
            </a:r>
            <a:r>
              <a:rPr lang="es-ES" sz="3000" dirty="0"/>
              <a:t>(60)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#Para mover o campo </a:t>
            </a:r>
            <a:r>
              <a:rPr lang="es-ES" sz="3000" dirty="0" err="1"/>
              <a:t>sobrenome</a:t>
            </a:r>
            <a:r>
              <a:rPr lang="es-ES" sz="3000" dirty="0"/>
              <a:t>, </a:t>
            </a:r>
            <a:r>
              <a:rPr lang="es-ES" sz="3000" dirty="0" err="1"/>
              <a:t>abaixo</a:t>
            </a:r>
            <a:r>
              <a:rPr lang="es-ES" sz="3000" dirty="0"/>
              <a:t> do </a:t>
            </a:r>
            <a:r>
              <a:rPr lang="es-ES" sz="3000"/>
              <a:t>nome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tabela01 CHANGE </a:t>
            </a:r>
            <a:r>
              <a:rPr lang="es-ES" sz="3000" dirty="0" err="1"/>
              <a:t>sobrenome</a:t>
            </a:r>
            <a:r>
              <a:rPr lang="es-ES" sz="3000" dirty="0"/>
              <a:t> </a:t>
            </a:r>
            <a:r>
              <a:rPr lang="es-ES" sz="3000" dirty="0" err="1"/>
              <a:t>sobrenome</a:t>
            </a:r>
            <a:r>
              <a:rPr lang="es-ES" sz="3000" dirty="0"/>
              <a:t> VARCHAR(60) NOT NULL AFTER </a:t>
            </a:r>
            <a:r>
              <a:rPr lang="es-ES" sz="3000" dirty="0" err="1"/>
              <a:t>nome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3422799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Atualização da tabela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//Para mudar dados da </a:t>
            </a:r>
            <a:r>
              <a:rPr lang="es-ES" sz="3000" dirty="0" err="1"/>
              <a:t>coluna</a:t>
            </a:r>
            <a:r>
              <a:rPr lang="es-ES" sz="3000" dirty="0"/>
              <a:t> da </a:t>
            </a:r>
            <a:r>
              <a:rPr lang="es-ES" sz="3000" dirty="0" err="1"/>
              <a:t>tabela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tabela02 </a:t>
            </a:r>
            <a:r>
              <a:rPr lang="es-ES" sz="3000" dirty="0" err="1"/>
              <a:t>modify</a:t>
            </a:r>
            <a:r>
              <a:rPr lang="es-ES" sz="3000" dirty="0"/>
              <a:t> modelo </a:t>
            </a:r>
            <a:r>
              <a:rPr lang="es-ES" sz="3000" dirty="0" err="1"/>
              <a:t>varchar</a:t>
            </a:r>
            <a:r>
              <a:rPr lang="es-ES" sz="3000" dirty="0"/>
              <a:t>(90)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tabela02 </a:t>
            </a:r>
            <a:r>
              <a:rPr lang="es-ES" sz="3000" dirty="0" err="1"/>
              <a:t>modify</a:t>
            </a:r>
            <a:r>
              <a:rPr lang="es-ES" sz="3000" dirty="0"/>
              <a:t> </a:t>
            </a:r>
            <a:r>
              <a:rPr lang="es-ES" sz="3000" dirty="0" err="1"/>
              <a:t>quantidade</a:t>
            </a:r>
            <a:r>
              <a:rPr lang="es-ES" sz="3000" dirty="0"/>
              <a:t> </a:t>
            </a:r>
            <a:r>
              <a:rPr lang="es-ES" sz="3000" dirty="0" err="1"/>
              <a:t>int</a:t>
            </a:r>
            <a:r>
              <a:rPr lang="es-ES" sz="3000" dirty="0"/>
              <a:t>(5)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tabela02 </a:t>
            </a:r>
            <a:r>
              <a:rPr lang="es-ES" sz="3000" dirty="0" err="1"/>
              <a:t>modify</a:t>
            </a:r>
            <a:r>
              <a:rPr lang="es-ES" sz="3000" dirty="0"/>
              <a:t> </a:t>
            </a:r>
            <a:r>
              <a:rPr lang="es-ES" sz="3000" dirty="0" err="1"/>
              <a:t>obs</a:t>
            </a:r>
            <a:r>
              <a:rPr lang="es-ES" sz="3000" dirty="0"/>
              <a:t> </a:t>
            </a:r>
            <a:r>
              <a:rPr lang="es-ES" sz="3000" dirty="0" err="1"/>
              <a:t>text</a:t>
            </a:r>
            <a:r>
              <a:rPr lang="es-ES" sz="3000" dirty="0"/>
              <a:t>(140)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ALTER TABLE tabela02 </a:t>
            </a:r>
            <a:r>
              <a:rPr lang="es-ES" sz="3000" dirty="0" err="1"/>
              <a:t>modify</a:t>
            </a:r>
            <a:r>
              <a:rPr lang="es-ES" sz="3000" dirty="0"/>
              <a:t> peso </a:t>
            </a:r>
            <a:r>
              <a:rPr lang="es-ES" sz="3000" dirty="0" err="1"/>
              <a:t>float</a:t>
            </a:r>
            <a:r>
              <a:rPr lang="es-ES" sz="3000" dirty="0"/>
              <a:t>(4,2)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;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408711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Atualização da tabela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//Para excluir uma coluna em uma tabela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ALTER TABLE tabela01 DROP COLUMN idade;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ALTER TABLE tabela02 DROP COLUMN </a:t>
            </a:r>
            <a:r>
              <a:rPr lang="pt-BR" sz="3000" dirty="0" err="1"/>
              <a:t>obs</a:t>
            </a:r>
            <a:r>
              <a:rPr lang="pt-BR" sz="3000" dirty="0"/>
              <a:t>;</a:t>
            </a: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4094492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59407" y="329019"/>
            <a:ext cx="8409829" cy="1144800"/>
          </a:xfrm>
        </p:spPr>
        <p:txBody>
          <a:bodyPr>
            <a:normAutofit fontScale="90000"/>
          </a:bodyPr>
          <a:lstStyle/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Hora da atividade :)</a:t>
            </a:r>
            <a:br>
              <a:rPr lang="pt-BR" dirty="0"/>
            </a:br>
            <a:r>
              <a:rPr lang="pt-BR" dirty="0"/>
              <a:t>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Empresa </a:t>
            </a:r>
            <a:r>
              <a:rPr lang="pt-BR" sz="67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TchêUber</a:t>
            </a:r>
            <a:endParaRPr lang="pt-BR" sz="67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2510" y="1946563"/>
            <a:ext cx="11720945" cy="3816927"/>
          </a:xfrm>
        </p:spPr>
        <p:txBody>
          <a:bodyPr>
            <a:noAutofit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000" dirty="0"/>
              <a:t>Desafío</a:t>
            </a:r>
          </a:p>
          <a:p>
            <a:pPr marL="0" indent="0" algn="ctr">
              <a:buClr>
                <a:srgbClr val="C00000"/>
              </a:buClr>
              <a:buNone/>
            </a:pPr>
            <a:r>
              <a:rPr lang="es-ES" sz="2000" dirty="0"/>
              <a:t>#Modificar a </a:t>
            </a:r>
            <a:r>
              <a:rPr lang="es-ES" sz="2000" dirty="0" err="1"/>
              <a:t>tabela</a:t>
            </a:r>
            <a:r>
              <a:rPr lang="es-ES" sz="2000" dirty="0"/>
              <a:t> da empresa </a:t>
            </a:r>
            <a:r>
              <a:rPr lang="es-ES" sz="2000" dirty="0" err="1"/>
              <a:t>TchêUber</a:t>
            </a:r>
            <a:endParaRPr lang="pt-BR" sz="1900" dirty="0"/>
          </a:p>
          <a:p>
            <a:pPr>
              <a:buClr>
                <a:srgbClr val="00B0F0"/>
              </a:buClr>
            </a:pPr>
            <a:r>
              <a:rPr lang="pt-BR" sz="1900" dirty="0"/>
              <a:t>1 – Uma empresa do seguimento de transportes (</a:t>
            </a:r>
            <a:r>
              <a:rPr lang="pt-BR" sz="1900" dirty="0" err="1"/>
              <a:t>TchêUber</a:t>
            </a:r>
            <a:r>
              <a:rPr lang="pt-BR" sz="1900" dirty="0"/>
              <a:t>), necessita de um sistema, para registro de seus  motoristas, seus veículos, mecânicos e solicitações de serviços mecânicos.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2 – Os dados necessários do motorista são: nome completo do motorista, categoria da carteira do motorista, número da carteira do motorista, CPF, endereço, cidade, estado e número do celular.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3 – Os dados necessários dos veículos são: nome do veículo, marca, modelo, placa, ano de fabricação, número do chassi e cor.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4 – Os dados necessários do mecânico são: nome, endereço, cidade, estado, CPF e celular.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5 – O motorista pode solicitar serviço mecânico quando necessário.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6 – O serviço, deve registrar o número da ordem de serviço, data da solicitação, data do problema, nome do veículo, nome do motorista, placa do veículo e descrição do problema.</a:t>
            </a:r>
          </a:p>
        </p:txBody>
      </p:sp>
    </p:spTree>
    <p:extLst>
      <p:ext uri="{BB962C8B-B14F-4D97-AF65-F5344CB8AC3E}">
        <p14:creationId xmlns:p14="http://schemas.microsoft.com/office/powerpoint/2010/main" val="3013517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3000" dirty="0" err="1"/>
              <a:t>Desafio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 e </a:t>
            </a:r>
            <a:r>
              <a:rPr lang="es-ES" sz="3000" dirty="0" err="1"/>
              <a:t>tabela</a:t>
            </a:r>
            <a:r>
              <a:rPr lang="es-ES" sz="3000" dirty="0"/>
              <a:t> para empresa </a:t>
            </a:r>
            <a:r>
              <a:rPr lang="es-ES" sz="3000" dirty="0" err="1"/>
              <a:t>TchêUber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n-US" sz="3000" dirty="0"/>
              <a:t>CREATE DATABASE </a:t>
            </a:r>
            <a:r>
              <a:rPr lang="en-US" sz="3000" dirty="0" err="1"/>
              <a:t>tcheuber</a:t>
            </a:r>
            <a:r>
              <a:rPr lang="en-US" sz="3000" dirty="0"/>
              <a:t>; 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3000" dirty="0"/>
              <a:t>USE </a:t>
            </a:r>
            <a:r>
              <a:rPr lang="en-US" sz="3000" dirty="0" err="1"/>
              <a:t>tcheuber</a:t>
            </a:r>
            <a:r>
              <a:rPr lang="en-US" sz="3000" dirty="0"/>
              <a:t>;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3022104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3000" dirty="0" err="1"/>
              <a:t>Desafio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 e </a:t>
            </a:r>
            <a:r>
              <a:rPr lang="es-ES" sz="3000" dirty="0" err="1"/>
              <a:t>tabela</a:t>
            </a:r>
            <a:r>
              <a:rPr lang="es-ES" sz="3000" dirty="0"/>
              <a:t> para empresa </a:t>
            </a:r>
            <a:r>
              <a:rPr lang="es-ES" sz="3000" dirty="0" err="1"/>
              <a:t>TchêUber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CREATE TABLE </a:t>
            </a:r>
            <a:r>
              <a:rPr lang="es-ES" sz="3000" dirty="0" err="1"/>
              <a:t>veiculo</a:t>
            </a:r>
            <a:r>
              <a:rPr lang="es-ES" sz="30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200" dirty="0" err="1"/>
              <a:t>id_veiculo</a:t>
            </a:r>
            <a:r>
              <a:rPr lang="es-ES" sz="3200" dirty="0"/>
              <a:t> </a:t>
            </a:r>
            <a:r>
              <a:rPr lang="es-ES" sz="3200" dirty="0" err="1"/>
              <a:t>int</a:t>
            </a:r>
            <a:r>
              <a:rPr lang="es-ES" sz="3200" dirty="0"/>
              <a:t> </a:t>
            </a:r>
            <a:r>
              <a:rPr lang="es-ES" sz="3200" dirty="0" err="1"/>
              <a:t>primary</a:t>
            </a:r>
            <a:r>
              <a:rPr lang="es-ES" sz="3200" dirty="0"/>
              <a:t> </a:t>
            </a:r>
            <a:r>
              <a:rPr lang="es-ES" sz="3200" dirty="0" err="1"/>
              <a:t>key</a:t>
            </a:r>
            <a:r>
              <a:rPr lang="es-ES" sz="3200" dirty="0"/>
              <a:t> auto </a:t>
            </a:r>
            <a:r>
              <a:rPr lang="es-ES" sz="3200" dirty="0" err="1"/>
              <a:t>increment</a:t>
            </a:r>
            <a:r>
              <a:rPr lang="es-ES" sz="3200" dirty="0"/>
              <a:t>,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nome_p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 (50)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marca </a:t>
            </a:r>
            <a:r>
              <a:rPr lang="es-ES" sz="3000" dirty="0" err="1"/>
              <a:t>varchar</a:t>
            </a:r>
            <a:r>
              <a:rPr lang="es-ES" sz="3000" dirty="0"/>
              <a:t>(20)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placa </a:t>
            </a:r>
            <a:r>
              <a:rPr lang="es-ES" sz="3000" dirty="0" err="1"/>
              <a:t>varchar</a:t>
            </a:r>
            <a:r>
              <a:rPr lang="es-ES" sz="3000" dirty="0"/>
              <a:t>(6)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modelo </a:t>
            </a:r>
            <a:r>
              <a:rPr lang="es-ES" sz="3000" dirty="0" err="1"/>
              <a:t>varchar</a:t>
            </a:r>
            <a:r>
              <a:rPr lang="es-ES" sz="3000" dirty="0"/>
              <a:t>(20)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ano </a:t>
            </a:r>
            <a:r>
              <a:rPr lang="es-ES" sz="3000" dirty="0" err="1"/>
              <a:t>int</a:t>
            </a:r>
            <a:r>
              <a:rPr lang="es-ES" sz="3000" dirty="0"/>
              <a:t> (4)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			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)ENGINE=</a:t>
            </a:r>
            <a:r>
              <a:rPr lang="es-ES" sz="3000" dirty="0" err="1"/>
              <a:t>InnoDB</a:t>
            </a:r>
            <a:r>
              <a:rPr lang="es-ES" sz="3000" dirty="0"/>
              <a:t> DEFAULT CHARSET=latin1;</a:t>
            </a:r>
          </a:p>
        </p:txBody>
      </p:sp>
    </p:spTree>
    <p:extLst>
      <p:ext uri="{BB962C8B-B14F-4D97-AF65-F5344CB8AC3E}">
        <p14:creationId xmlns:p14="http://schemas.microsoft.com/office/powerpoint/2010/main" val="3929369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3000" dirty="0" err="1"/>
              <a:t>Desafio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 e </a:t>
            </a:r>
            <a:r>
              <a:rPr lang="es-ES" sz="3000" dirty="0" err="1"/>
              <a:t>tabela</a:t>
            </a:r>
            <a:r>
              <a:rPr lang="es-ES" sz="3000" dirty="0"/>
              <a:t> para empresa </a:t>
            </a:r>
            <a:r>
              <a:rPr lang="es-ES" sz="3000" dirty="0" err="1"/>
              <a:t>TchêUber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CREATE TABLE </a:t>
            </a:r>
            <a:r>
              <a:rPr lang="es-ES" sz="3000" dirty="0" err="1"/>
              <a:t>servico</a:t>
            </a:r>
            <a:r>
              <a:rPr lang="es-ES" sz="30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200" dirty="0" err="1"/>
              <a:t>id_servico</a:t>
            </a:r>
            <a:r>
              <a:rPr lang="es-ES" sz="3200" dirty="0"/>
              <a:t> </a:t>
            </a:r>
            <a:r>
              <a:rPr lang="es-ES" sz="3200" dirty="0" err="1"/>
              <a:t>int</a:t>
            </a:r>
            <a:r>
              <a:rPr lang="es-ES" sz="3200" dirty="0"/>
              <a:t> </a:t>
            </a:r>
            <a:r>
              <a:rPr lang="es-ES" sz="3200" dirty="0" err="1"/>
              <a:t>primary</a:t>
            </a:r>
            <a:r>
              <a:rPr lang="es-ES" sz="3200" dirty="0"/>
              <a:t> </a:t>
            </a:r>
            <a:r>
              <a:rPr lang="es-ES" sz="3200" dirty="0" err="1"/>
              <a:t>key</a:t>
            </a:r>
            <a:r>
              <a:rPr lang="es-ES" sz="3200" dirty="0"/>
              <a:t> auto </a:t>
            </a:r>
            <a:r>
              <a:rPr lang="es-ES" sz="3200" dirty="0" err="1"/>
              <a:t>increment</a:t>
            </a:r>
            <a:r>
              <a:rPr lang="es-ES" sz="3200" dirty="0"/>
              <a:t>,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nome_motorista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 (50)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nome_veiculo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(50)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servico</a:t>
            </a:r>
            <a:r>
              <a:rPr lang="es-ES" sz="3000" dirty="0"/>
              <a:t> </a:t>
            </a:r>
            <a:r>
              <a:rPr lang="es-ES" sz="3000" dirty="0" err="1"/>
              <a:t>text</a:t>
            </a:r>
            <a:r>
              <a:rPr lang="es-ES" sz="3000" dirty="0"/>
              <a:t> (255)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data_servico</a:t>
            </a:r>
            <a:r>
              <a:rPr lang="es-ES" sz="3000" dirty="0"/>
              <a:t> date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placa </a:t>
            </a:r>
            <a:r>
              <a:rPr lang="es-ES" sz="3000" dirty="0" err="1"/>
              <a:t>varchar</a:t>
            </a:r>
            <a:r>
              <a:rPr lang="es-ES" sz="3000" dirty="0"/>
              <a:t>(6)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numero </a:t>
            </a:r>
            <a:r>
              <a:rPr lang="es-ES" sz="3000" dirty="0" err="1"/>
              <a:t>int</a:t>
            </a:r>
            <a:r>
              <a:rPr lang="es-ES" sz="3000" dirty="0"/>
              <a:t>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				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)ENGINE=</a:t>
            </a:r>
            <a:r>
              <a:rPr lang="es-ES" sz="3000" dirty="0" err="1"/>
              <a:t>InnoDB</a:t>
            </a:r>
            <a:r>
              <a:rPr lang="es-ES" sz="3000" dirty="0"/>
              <a:t> DEFAULT CHARSET=latin1;</a:t>
            </a:r>
          </a:p>
        </p:txBody>
      </p:sp>
    </p:spTree>
    <p:extLst>
      <p:ext uri="{BB962C8B-B14F-4D97-AF65-F5344CB8AC3E}">
        <p14:creationId xmlns:p14="http://schemas.microsoft.com/office/powerpoint/2010/main" val="4040606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3000" dirty="0" err="1"/>
              <a:t>Desafio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 e </a:t>
            </a:r>
            <a:r>
              <a:rPr lang="es-ES" sz="3000" dirty="0" err="1"/>
              <a:t>tabela</a:t>
            </a:r>
            <a:r>
              <a:rPr lang="es-ES" sz="3000" dirty="0"/>
              <a:t> para empresa </a:t>
            </a:r>
            <a:r>
              <a:rPr lang="es-ES" sz="3000" dirty="0" err="1"/>
              <a:t>TchêUber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CREATE TABLE </a:t>
            </a:r>
            <a:r>
              <a:rPr lang="es-ES" sz="3000" dirty="0" err="1"/>
              <a:t>mecanico</a:t>
            </a:r>
            <a:r>
              <a:rPr lang="es-ES" sz="30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200" dirty="0" err="1"/>
              <a:t>id_mecanico</a:t>
            </a:r>
            <a:r>
              <a:rPr lang="es-ES" sz="3200" dirty="0"/>
              <a:t> </a:t>
            </a:r>
            <a:r>
              <a:rPr lang="es-ES" sz="3200" dirty="0" err="1"/>
              <a:t>int</a:t>
            </a:r>
            <a:r>
              <a:rPr lang="es-ES" sz="3200" dirty="0"/>
              <a:t> </a:t>
            </a:r>
            <a:r>
              <a:rPr lang="es-ES" sz="3200" dirty="0" err="1"/>
              <a:t>primary</a:t>
            </a:r>
            <a:r>
              <a:rPr lang="es-ES" sz="3200" dirty="0"/>
              <a:t> </a:t>
            </a:r>
            <a:r>
              <a:rPr lang="es-ES" sz="3200" dirty="0" err="1"/>
              <a:t>key</a:t>
            </a:r>
            <a:r>
              <a:rPr lang="es-ES" sz="3200" dirty="0"/>
              <a:t> auto </a:t>
            </a:r>
            <a:r>
              <a:rPr lang="es-ES" sz="3200" dirty="0" err="1"/>
              <a:t>increment</a:t>
            </a:r>
            <a:r>
              <a:rPr lang="es-ES" sz="3200" dirty="0"/>
              <a:t>,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nome_mecanico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 (50)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celular </a:t>
            </a:r>
            <a:r>
              <a:rPr lang="es-ES" sz="3000" dirty="0" err="1"/>
              <a:t>bigint</a:t>
            </a:r>
            <a:r>
              <a:rPr lang="es-ES" sz="3000" dirty="0"/>
              <a:t> (11) </a:t>
            </a:r>
            <a:r>
              <a:rPr lang="es-ES" sz="3000" dirty="0" err="1"/>
              <a:t>unique</a:t>
            </a:r>
            <a:r>
              <a:rPr lang="es-ES" sz="3000" dirty="0"/>
              <a:t>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cpf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 (11)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				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)ENGINE=</a:t>
            </a:r>
            <a:r>
              <a:rPr lang="es-ES" sz="3000" dirty="0" err="1"/>
              <a:t>InnoDB</a:t>
            </a:r>
            <a:r>
              <a:rPr lang="es-ES" sz="3000" dirty="0"/>
              <a:t> DEFAULT CHARSET=latin1;</a:t>
            </a:r>
          </a:p>
        </p:txBody>
      </p:sp>
    </p:spTree>
    <p:extLst>
      <p:ext uri="{BB962C8B-B14F-4D97-AF65-F5344CB8AC3E}">
        <p14:creationId xmlns:p14="http://schemas.microsoft.com/office/powerpoint/2010/main" val="2207439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3000" dirty="0" err="1"/>
              <a:t>Desafio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 e </a:t>
            </a:r>
            <a:r>
              <a:rPr lang="es-ES" sz="3000" dirty="0" err="1"/>
              <a:t>tabela</a:t>
            </a:r>
            <a:r>
              <a:rPr lang="es-ES" sz="3000" dirty="0"/>
              <a:t> para empresa </a:t>
            </a:r>
            <a:r>
              <a:rPr lang="es-ES" sz="3000" dirty="0" err="1"/>
              <a:t>TchêUber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CREATE TABLE motorista(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200" dirty="0" err="1"/>
              <a:t>id_motorista</a:t>
            </a:r>
            <a:r>
              <a:rPr lang="es-ES" sz="3200" dirty="0"/>
              <a:t> </a:t>
            </a:r>
            <a:r>
              <a:rPr lang="es-ES" sz="3200" dirty="0" err="1"/>
              <a:t>int</a:t>
            </a:r>
            <a:r>
              <a:rPr lang="es-ES" sz="3200" dirty="0"/>
              <a:t> </a:t>
            </a:r>
            <a:r>
              <a:rPr lang="es-ES" sz="3200" dirty="0" err="1"/>
              <a:t>primary</a:t>
            </a:r>
            <a:r>
              <a:rPr lang="es-ES" sz="3200" dirty="0"/>
              <a:t> </a:t>
            </a:r>
            <a:r>
              <a:rPr lang="es-ES" sz="3200" dirty="0" err="1"/>
              <a:t>key</a:t>
            </a:r>
            <a:r>
              <a:rPr lang="es-ES" sz="3200" dirty="0"/>
              <a:t> auto </a:t>
            </a:r>
            <a:r>
              <a:rPr lang="es-ES" sz="3200" dirty="0" err="1"/>
              <a:t>increment</a:t>
            </a:r>
            <a:r>
              <a:rPr lang="es-ES" sz="3200" dirty="0"/>
              <a:t>,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nome_p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 (50)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celular </a:t>
            </a:r>
            <a:r>
              <a:rPr lang="es-ES" sz="3000" dirty="0" err="1"/>
              <a:t>bigint</a:t>
            </a:r>
            <a:r>
              <a:rPr lang="es-ES" sz="3000" dirty="0"/>
              <a:t>(11) </a:t>
            </a:r>
            <a:r>
              <a:rPr lang="es-ES" sz="3000" dirty="0" err="1"/>
              <a:t>unique</a:t>
            </a:r>
            <a:r>
              <a:rPr lang="es-ES" sz="3000" dirty="0"/>
              <a:t>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</a:t>
            </a:r>
            <a:r>
              <a:rPr lang="es-ES" sz="3000" dirty="0" err="1"/>
              <a:t>categoria</a:t>
            </a:r>
            <a:r>
              <a:rPr lang="es-ES" sz="3000" dirty="0"/>
              <a:t> </a:t>
            </a:r>
            <a:r>
              <a:rPr lang="es-ES" sz="3000" dirty="0" err="1"/>
              <a:t>varchar</a:t>
            </a:r>
            <a:r>
              <a:rPr lang="es-ES" sz="3000" dirty="0"/>
              <a:t>(5)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	numero </a:t>
            </a:r>
            <a:r>
              <a:rPr lang="es-ES" sz="3000" dirty="0" err="1"/>
              <a:t>varchar</a:t>
            </a:r>
            <a:r>
              <a:rPr lang="es-ES" sz="3000" dirty="0"/>
              <a:t>(15) </a:t>
            </a:r>
            <a:r>
              <a:rPr lang="es-ES" sz="3000" dirty="0" err="1"/>
              <a:t>not</a:t>
            </a:r>
            <a:r>
              <a:rPr lang="es-ES" sz="3000" dirty="0"/>
              <a:t> </a:t>
            </a:r>
            <a:r>
              <a:rPr lang="es-ES" sz="3000" dirty="0" err="1"/>
              <a:t>null</a:t>
            </a:r>
            <a:r>
              <a:rPr lang="es-ES" sz="3000" dirty="0"/>
              <a:t>	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)ENGINE=</a:t>
            </a:r>
            <a:r>
              <a:rPr lang="es-ES" sz="3000" dirty="0" err="1"/>
              <a:t>InnoDB</a:t>
            </a:r>
            <a:r>
              <a:rPr lang="es-ES" sz="3000" dirty="0"/>
              <a:t> DEFAULT CHARSET=latin1;</a:t>
            </a:r>
          </a:p>
        </p:txBody>
      </p:sp>
    </p:spTree>
    <p:extLst>
      <p:ext uri="{BB962C8B-B14F-4D97-AF65-F5344CB8AC3E}">
        <p14:creationId xmlns:p14="http://schemas.microsoft.com/office/powerpoint/2010/main" val="3002995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 fontScale="92500" lnSpcReduction="10000"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Cada avião tem um prefixo único, um modelo específico, nome da empresa, capacidade de passageiros, quantidade máxima de combustível, peso e observações.</a:t>
            </a:r>
          </a:p>
          <a:p>
            <a:pPr>
              <a:buClr>
                <a:srgbClr val="00B0F0"/>
              </a:buClr>
            </a:pPr>
            <a:r>
              <a:rPr lang="pt-BR" dirty="0"/>
              <a:t>O aeroporto pode conter um certo número de aviões, peso do avião que suporta, horários de voo, destino e horário de chegada no destino.</a:t>
            </a:r>
          </a:p>
          <a:p>
            <a:pPr>
              <a:buClr>
                <a:srgbClr val="00B0F0"/>
              </a:buClr>
            </a:pPr>
            <a:r>
              <a:rPr lang="pt-BR" dirty="0"/>
              <a:t>Um certo número de empregados trabalham no aeroporto. É necessário armazenar o seu Código, nome completo, endereço, cidade, estado, telefone, </a:t>
            </a:r>
            <a:r>
              <a:rPr lang="pt-BR" dirty="0" err="1"/>
              <a:t>email</a:t>
            </a:r>
            <a:r>
              <a:rPr lang="pt-BR" dirty="0"/>
              <a:t>.</a:t>
            </a:r>
          </a:p>
          <a:p>
            <a:pPr>
              <a:buClr>
                <a:srgbClr val="00B0F0"/>
              </a:buClr>
            </a:pPr>
            <a:r>
              <a:rPr lang="pt-BR" dirty="0"/>
              <a:t>Cada técnico é perito num ou mais modelos de aviões.</a:t>
            </a:r>
          </a:p>
          <a:p>
            <a:pPr>
              <a:buClr>
                <a:srgbClr val="00B0F0"/>
              </a:buClr>
            </a:pPr>
            <a:r>
              <a:rPr lang="pt-BR" dirty="0"/>
              <a:t>Cada técnico tem um código, nome completo, </a:t>
            </a:r>
            <a:r>
              <a:rPr lang="pt-BR" dirty="0" err="1"/>
              <a:t>email</a:t>
            </a:r>
            <a:r>
              <a:rPr lang="pt-BR" dirty="0"/>
              <a:t> e telefone.</a:t>
            </a:r>
          </a:p>
        </p:txBody>
      </p:sp>
    </p:spTree>
    <p:extLst>
      <p:ext uri="{BB962C8B-B14F-4D97-AF65-F5344CB8AC3E}">
        <p14:creationId xmlns:p14="http://schemas.microsoft.com/office/powerpoint/2010/main" val="2166659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800" dirty="0" err="1"/>
              <a:t>Desafio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#Criar o banco de dados e </a:t>
            </a:r>
            <a:r>
              <a:rPr lang="es-ES" sz="2800" dirty="0" err="1"/>
              <a:t>tabela</a:t>
            </a:r>
            <a:r>
              <a:rPr lang="es-ES" sz="2800" dirty="0"/>
              <a:t> para o sistema do </a:t>
            </a:r>
            <a:r>
              <a:rPr lang="es-ES" sz="2800" dirty="0" err="1"/>
              <a:t>Aeroporto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n-US" dirty="0"/>
          </a:p>
          <a:p>
            <a:pPr marL="0" indent="0">
              <a:buClr>
                <a:srgbClr val="C00000"/>
              </a:buClr>
              <a:buNone/>
            </a:pPr>
            <a:r>
              <a:rPr lang="en-US" sz="2800" dirty="0"/>
              <a:t>CREATE DATABASE </a:t>
            </a:r>
            <a:r>
              <a:rPr lang="en-US" sz="2800" dirty="0" err="1"/>
              <a:t>aeroporto</a:t>
            </a:r>
            <a:r>
              <a:rPr lang="en-US" sz="2800" dirty="0"/>
              <a:t>; 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2800" dirty="0"/>
              <a:t>USE </a:t>
            </a:r>
            <a:r>
              <a:rPr lang="en-US" sz="2800" dirty="0" err="1"/>
              <a:t>aeroporto</a:t>
            </a:r>
            <a:r>
              <a:rPr lang="en-US" sz="2800" dirty="0"/>
              <a:t>;</a:t>
            </a:r>
            <a:endParaRPr lang="es-ES" sz="2800" dirty="0"/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6123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800" dirty="0" err="1"/>
              <a:t>Desafio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#Criar o banco de dados e </a:t>
            </a:r>
            <a:r>
              <a:rPr lang="es-ES" sz="2800" dirty="0" err="1"/>
              <a:t>tabela</a:t>
            </a:r>
            <a:r>
              <a:rPr lang="es-ES" sz="2800" dirty="0"/>
              <a:t> para o sistema do </a:t>
            </a:r>
            <a:r>
              <a:rPr lang="es-ES" sz="2800" dirty="0" err="1"/>
              <a:t>Aeroporto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n-US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CREATE TABLE </a:t>
            </a:r>
            <a:r>
              <a:rPr lang="es-ES" sz="2800" dirty="0" err="1"/>
              <a:t>aeroporto</a:t>
            </a:r>
            <a:r>
              <a:rPr lang="es-ES" sz="28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dirty="0" err="1"/>
              <a:t>id_aeroporto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primary</a:t>
            </a:r>
            <a:r>
              <a:rPr lang="es-ES" dirty="0"/>
              <a:t> </a:t>
            </a:r>
            <a:r>
              <a:rPr lang="es-ES" dirty="0" err="1"/>
              <a:t>key</a:t>
            </a:r>
            <a:r>
              <a:rPr lang="es-ES" dirty="0"/>
              <a:t> auto </a:t>
            </a:r>
            <a:r>
              <a:rPr lang="es-ES" dirty="0" err="1"/>
              <a:t>increment</a:t>
            </a:r>
            <a:r>
              <a:rPr lang="es-ES" dirty="0"/>
              <a:t>,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num_aviao</a:t>
            </a:r>
            <a:r>
              <a:rPr lang="es-ES" sz="2800" dirty="0"/>
              <a:t>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destino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horario_che</a:t>
            </a:r>
            <a:r>
              <a:rPr lang="es-ES" sz="2800" dirty="0"/>
              <a:t> time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horario_voo</a:t>
            </a:r>
            <a:r>
              <a:rPr lang="es-ES" sz="2800" dirty="0"/>
              <a:t> time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	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)ENGINE=</a:t>
            </a:r>
            <a:r>
              <a:rPr lang="es-ES" sz="2800" dirty="0" err="1"/>
              <a:t>InnoDB</a:t>
            </a:r>
            <a:r>
              <a:rPr lang="es-ES" sz="2800" dirty="0"/>
              <a:t> DEFAULT CHARSET=latin1;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0416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800" dirty="0" err="1"/>
              <a:t>Desafio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#Criar o banco de dados e </a:t>
            </a:r>
            <a:r>
              <a:rPr lang="es-ES" sz="2800" dirty="0" err="1"/>
              <a:t>tabela</a:t>
            </a:r>
            <a:r>
              <a:rPr lang="es-ES" sz="2800" dirty="0"/>
              <a:t> para o sistema do </a:t>
            </a:r>
            <a:r>
              <a:rPr lang="es-ES" sz="2800" dirty="0" err="1"/>
              <a:t>Aeroporto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n-US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CREATE TABLE </a:t>
            </a:r>
            <a:r>
              <a:rPr lang="es-ES" sz="2800" dirty="0" err="1"/>
              <a:t>aviao</a:t>
            </a:r>
            <a:r>
              <a:rPr lang="es-ES" sz="28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dirty="0" err="1"/>
              <a:t>id_aviao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primary</a:t>
            </a:r>
            <a:r>
              <a:rPr lang="es-ES" dirty="0"/>
              <a:t> </a:t>
            </a:r>
            <a:r>
              <a:rPr lang="es-ES" dirty="0" err="1"/>
              <a:t>key</a:t>
            </a:r>
            <a:r>
              <a:rPr lang="es-ES" dirty="0"/>
              <a:t> auto </a:t>
            </a:r>
            <a:r>
              <a:rPr lang="es-ES" dirty="0" err="1"/>
              <a:t>increment</a:t>
            </a:r>
            <a:r>
              <a:rPr lang="es-ES" dirty="0"/>
              <a:t>,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prefixo</a:t>
            </a:r>
            <a:r>
              <a:rPr lang="es-ES" sz="2800" dirty="0"/>
              <a:t>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 </a:t>
            </a:r>
            <a:r>
              <a:rPr lang="es-ES" sz="2800" dirty="0" err="1"/>
              <a:t>primary</a:t>
            </a:r>
            <a:r>
              <a:rPr lang="es-ES" sz="2800" dirty="0"/>
              <a:t> </a:t>
            </a:r>
            <a:r>
              <a:rPr lang="es-ES" sz="2800" dirty="0" err="1"/>
              <a:t>key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modelo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empresa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)ENGINE=</a:t>
            </a:r>
            <a:r>
              <a:rPr lang="es-ES" sz="2800" dirty="0" err="1"/>
              <a:t>InnoDB</a:t>
            </a:r>
            <a:r>
              <a:rPr lang="es-ES" sz="2800" dirty="0"/>
              <a:t> DEFAULT CHARSET=latin1;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6097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800" dirty="0" err="1"/>
              <a:t>Desafio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#Criar o banco de dados e </a:t>
            </a:r>
            <a:r>
              <a:rPr lang="es-ES" sz="2800" dirty="0" err="1"/>
              <a:t>tabela</a:t>
            </a:r>
            <a:r>
              <a:rPr lang="es-ES" sz="2800" dirty="0"/>
              <a:t> para o sistema do </a:t>
            </a:r>
            <a:r>
              <a:rPr lang="es-ES" sz="2800" dirty="0" err="1"/>
              <a:t>Aeroporto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n-US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CREATE TABLE </a:t>
            </a:r>
            <a:r>
              <a:rPr lang="es-ES" sz="2800" dirty="0" err="1"/>
              <a:t>empregados</a:t>
            </a:r>
            <a:r>
              <a:rPr lang="es-ES" sz="28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dirty="0" err="1"/>
              <a:t>id_empregados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primary</a:t>
            </a:r>
            <a:r>
              <a:rPr lang="es-ES" dirty="0"/>
              <a:t> </a:t>
            </a:r>
            <a:r>
              <a:rPr lang="es-ES" dirty="0" err="1"/>
              <a:t>key</a:t>
            </a:r>
            <a:r>
              <a:rPr lang="es-ES" dirty="0"/>
              <a:t> auto </a:t>
            </a:r>
            <a:r>
              <a:rPr lang="es-ES" dirty="0" err="1"/>
              <a:t>increment</a:t>
            </a:r>
            <a:r>
              <a:rPr lang="es-ES" dirty="0"/>
              <a:t>,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codigo</a:t>
            </a:r>
            <a:r>
              <a:rPr lang="es-ES" sz="2800" dirty="0"/>
              <a:t> </a:t>
            </a:r>
            <a:r>
              <a:rPr lang="es-ES" sz="2800" dirty="0" err="1"/>
              <a:t>int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endereco</a:t>
            </a:r>
            <a:r>
              <a:rPr lang="es-ES" sz="2800" dirty="0"/>
              <a:t>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telefone</a:t>
            </a:r>
            <a:r>
              <a:rPr lang="es-ES" sz="2800" dirty="0"/>
              <a:t> </a:t>
            </a:r>
            <a:r>
              <a:rPr lang="es-ES" sz="2800" dirty="0" err="1"/>
              <a:t>bigint</a:t>
            </a:r>
            <a:r>
              <a:rPr lang="es-ES" sz="2800" dirty="0"/>
              <a:t>(11)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salario decimal (5,2)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)ENGINE=</a:t>
            </a:r>
            <a:r>
              <a:rPr lang="es-ES" sz="2800" dirty="0" err="1"/>
              <a:t>InnoDB</a:t>
            </a:r>
            <a:r>
              <a:rPr lang="es-ES" sz="2800" dirty="0"/>
              <a:t> DEFAULT CHARSET=latin1;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2283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800" dirty="0" err="1"/>
              <a:t>Desafio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#Criar o banco de dados e </a:t>
            </a:r>
            <a:r>
              <a:rPr lang="es-ES" sz="2800" dirty="0" err="1"/>
              <a:t>tabela</a:t>
            </a:r>
            <a:r>
              <a:rPr lang="es-ES" sz="2800" dirty="0"/>
              <a:t> para o sistema do </a:t>
            </a:r>
            <a:r>
              <a:rPr lang="es-ES" sz="2800" dirty="0" err="1"/>
              <a:t>Aeroporto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endParaRPr lang="en-US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CREATE TABLE </a:t>
            </a:r>
            <a:r>
              <a:rPr lang="es-ES" sz="2800" dirty="0" err="1"/>
              <a:t>tecnico</a:t>
            </a:r>
            <a:r>
              <a:rPr lang="es-ES" sz="2800" dirty="0"/>
              <a:t>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dirty="0" err="1"/>
              <a:t>id_tecnico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primary</a:t>
            </a:r>
            <a:r>
              <a:rPr lang="es-ES" dirty="0"/>
              <a:t> </a:t>
            </a:r>
            <a:r>
              <a:rPr lang="es-ES" dirty="0" err="1"/>
              <a:t>key</a:t>
            </a:r>
            <a:r>
              <a:rPr lang="es-ES" dirty="0"/>
              <a:t> auto </a:t>
            </a:r>
            <a:r>
              <a:rPr lang="es-ES" dirty="0" err="1"/>
              <a:t>increment</a:t>
            </a:r>
            <a:r>
              <a:rPr lang="es-ES" dirty="0"/>
              <a:t>,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codigo</a:t>
            </a:r>
            <a:r>
              <a:rPr lang="es-ES" sz="2800" dirty="0"/>
              <a:t> </a:t>
            </a:r>
            <a:r>
              <a:rPr lang="es-ES" sz="2800" dirty="0" err="1"/>
              <a:t>int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/>
              <a:t>null,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nivel </a:t>
            </a:r>
            <a:r>
              <a:rPr lang="es-ES" sz="2800" dirty="0" err="1"/>
              <a:t>text</a:t>
            </a:r>
            <a:r>
              <a:rPr lang="es-ES" sz="2800" dirty="0"/>
              <a:t>(140)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telefone</a:t>
            </a:r>
            <a:r>
              <a:rPr lang="es-ES" sz="2800" dirty="0"/>
              <a:t> </a:t>
            </a:r>
            <a:r>
              <a:rPr lang="es-ES" sz="2800" dirty="0" err="1"/>
              <a:t>bigint</a:t>
            </a:r>
            <a:r>
              <a:rPr lang="es-ES" sz="2800" dirty="0"/>
              <a:t>(11)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r>
              <a:rPr lang="es-ES" sz="28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	</a:t>
            </a:r>
            <a:r>
              <a:rPr lang="es-ES" sz="2800" dirty="0" err="1"/>
              <a:t>nome</a:t>
            </a:r>
            <a:r>
              <a:rPr lang="es-ES" sz="2800" dirty="0"/>
              <a:t> </a:t>
            </a:r>
            <a:r>
              <a:rPr lang="es-ES" sz="2800" dirty="0" err="1"/>
              <a:t>varchar</a:t>
            </a:r>
            <a:r>
              <a:rPr lang="es-ES" sz="2800" dirty="0"/>
              <a:t>(50) </a:t>
            </a:r>
            <a:r>
              <a:rPr lang="es-ES" sz="2800" dirty="0" err="1"/>
              <a:t>not</a:t>
            </a:r>
            <a:r>
              <a:rPr lang="es-ES" sz="2800" dirty="0"/>
              <a:t> </a:t>
            </a:r>
            <a:r>
              <a:rPr lang="es-ES" sz="2800" dirty="0" err="1"/>
              <a:t>null</a:t>
            </a:r>
            <a:endParaRPr lang="es-ES" sz="28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2800" dirty="0"/>
              <a:t>)ENGINE=</a:t>
            </a:r>
            <a:r>
              <a:rPr lang="es-ES" sz="2800" dirty="0" err="1"/>
              <a:t>InnoDB</a:t>
            </a:r>
            <a:r>
              <a:rPr lang="es-ES" sz="2800" dirty="0"/>
              <a:t> DEFAULT CHARSET=latin1;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9103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00000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</TotalTime>
  <Words>1496</Words>
  <Application>Microsoft Office PowerPoint</Application>
  <PresentationFormat>Widescreen</PresentationFormat>
  <Paragraphs>187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Calibri Light</vt:lpstr>
      <vt:lpstr>Symbol</vt:lpstr>
      <vt:lpstr>Wingdings</vt:lpstr>
      <vt:lpstr>Office Theme</vt:lpstr>
      <vt:lpstr>Office Theme</vt:lpstr>
      <vt:lpstr>Apresentação do PowerPoint</vt:lpstr>
      <vt:lpstr>Criação de tabela</vt:lpstr>
      <vt:lpstr>Criação de tabela</vt:lpstr>
      <vt:lpstr>Criação de tabela</vt:lpstr>
      <vt:lpstr>Atualização da tabela</vt:lpstr>
      <vt:lpstr>Atualização da tabela</vt:lpstr>
      <vt:lpstr>Atualização da tabela</vt:lpstr>
      <vt:lpstr>Atualização da tabela</vt:lpstr>
      <vt:lpstr>Atualização da tabela</vt:lpstr>
      <vt:lpstr>Hora da atividade :)          Empresa TchêUber</vt:lpstr>
      <vt:lpstr>Criação de tabela</vt:lpstr>
      <vt:lpstr>Criação de tabela</vt:lpstr>
      <vt:lpstr>Criação de tabela</vt:lpstr>
      <vt:lpstr>Criação de tabela</vt:lpstr>
      <vt:lpstr>Criação de tabela</vt:lpstr>
      <vt:lpstr>Atividade 2                   Aeroporto</vt:lpstr>
      <vt:lpstr>Atividade 2                   Aeroporto</vt:lpstr>
      <vt:lpstr>Atividade 2                   Aeroporto</vt:lpstr>
      <vt:lpstr>Atividade 2                   Aeroporto</vt:lpstr>
      <vt:lpstr>Atividade 2                   Aeroporto</vt:lpstr>
      <vt:lpstr>Atividade 2                   Aeroporto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</dc:title>
  <dc:subject/>
  <dc:creator>consulta3d</dc:creator>
  <dc:description/>
  <cp:lastModifiedBy>MIGUEL ANGELO MATIOLLA</cp:lastModifiedBy>
  <cp:revision>81</cp:revision>
  <dcterms:created xsi:type="dcterms:W3CDTF">2019-04-01T17:03:04Z</dcterms:created>
  <dcterms:modified xsi:type="dcterms:W3CDTF">2025-07-08T12:26:58Z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PUCRS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43</vt:i4>
  </property>
</Properties>
</file>